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2000" kern="0" dirty="0">
                <a:solidFill>
                  <a:srgbClr val="4FC3F7"/>
                </a:solidFill>
              </a:rPr>
              <a:t>KERN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The offline Android office toolkit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Privacy-first. No cloud. No tracking. AGPL-3.0.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v0.1.0.0 Alpha |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</a:rPr>
              <a:t>Every major office app forces cloud sync or an account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</a:rPr>
              <a:t>Privacy-sensitive documents leave the device by default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</a:rPr>
              <a:t>Free tiers are crippled -- editing costs a subscription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</a:rPr>
              <a:t>No single app handles all common formats offline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</a:rPr>
              <a:t>Android users with local files have no good native option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Kern solves this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One app: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188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Excel, Word, PPT, PDF, CSV, EPUB -- all formats in one place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Fully offline: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8470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Zero network permissions in the manifest. Physically impossible to phone home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Open with: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5054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Register as the default handler for any file on your device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Write in place: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316382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internal copy. Your files stay exactly where they 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221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Free forever: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822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AGPL-3.0. No subscriptions, no premium tiers, no ads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Language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Kotlin + Jetpack Compose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PDF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MuPDF via Qyra (Rust JNI/NDK)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Office formats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Apache POI (xlsx, docx, pptx)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Min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Android 8.0 (API 26)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9319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License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39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AGPL-3.0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</a:rPr>
              <a:t>Release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05840" cy="502920"/>
          </a:xfrm>
          <a:prstGeom prst="round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0.1.x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252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Alpha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4813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Skeleton, CSV, Excel, Word, PPT, PDF editors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005840" cy="502920"/>
          </a:xfrm>
          <a:prstGeom prst="roundRect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0.1.6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0756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Alpha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3042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Integration polish, dark mode, APK audit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005840" cy="502920"/>
          </a:xfrm>
          <a:prstGeom prst="round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1.1.x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8986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</a:rPr>
              <a:t>Beta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31272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Stability, undo/redo, large files, OCR, contributor docs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005840" cy="502920"/>
          </a:xfrm>
          <a:prstGeom prst="roundRect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R.1.0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7216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Release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95020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Play Store + F-Droid launch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 -- Project Overview</dc:title>
  <dc:subject>PptxGenJS Presentation</dc:subject>
  <dc:creator>PptxGenJS</dc:creator>
  <cp:lastModifiedBy>PptxGenJS</cp:lastModifiedBy>
  <cp:revision>1</cp:revision>
  <dcterms:created xsi:type="dcterms:W3CDTF">2026-06-03T12:57:52Z</dcterms:created>
  <dcterms:modified xsi:type="dcterms:W3CDTF">2026-06-03T12:57:52Z</dcterms:modified>
</cp:coreProperties>
</file>